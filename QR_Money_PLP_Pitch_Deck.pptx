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58368" y="1508760"/>
            <a:ext cx="10881360" cy="3383280"/>
          </a:xfrm>
          <a:prstGeom prst="roundRect">
            <a:avLst/>
          </a:prstGeom>
          <a:solidFill>
            <a:srgbClr val="E1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646"/>
                </a:solidFill>
                <a:latin typeface="Aptos Display"/>
              </a:defRPr>
            </a:pPr>
            <a:r>
              <a:t>QR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Simple, Fast and Secure Digital Payments</a:t>
            </a:r>
          </a:p>
          <a:p>
            <a:pPr>
              <a:lnSpc>
                <a:spcPct val="108000"/>
              </a:lnSpc>
              <a:spcAft>
                <a:spcPts val="18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Founder: Esinyen Jelinga</a:t>
            </a:r>
          </a:p>
          <a:p>
            <a:pPr>
              <a:lnSpc>
                <a:spcPct val="108000"/>
              </a:lnSpc>
              <a:spcAft>
                <a:spcPts val="18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Making digital payments easier for small businesses and customers in Kenya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8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QR Money  •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150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ptos"/>
              </a:defRPr>
            </a:pPr>
            <a:r>
              <a:t>PLP PITCH DECK • FIRST DRAFT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Heavy reliance on cash — many businesses still depend on cash payments.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Customer inconvenience — customers may not always have cash available.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Slow confirmation — manual payment confirmation can take time.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Poor transaction tracking — businesses need simple tools to record and track payments.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Complex digital solutions — some existing solutions can be difficult for small businesses to manage.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Key message: Small businesses need a simple way to accept, confirm, and track digital payments.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makes digital payments simple for small businesses and their customers.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Scan — Customers scan the business QR code.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Pay — Customers make their payment digitally.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Confirm — The business receives payment confirmation.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Track — Transactions can be organized and tracked in one system.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Simple — The platform is designed to reduce the difficulty of managing digital payments.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Key message: One QR code. Simple payments. Easier transaction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Target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Small retail shops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Market vendors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Small restaurants and food businesses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Service providers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Freelancers and small entrepreneurs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Customers who prefer digital payments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1. A business creates an account.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2. The business receives a unique QR code.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3. The customer scans the QR code.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4. The customer enters the payment amount.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5. The payment is processed through the supported payment system.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6. The business receives confirmation and records the transaction.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Kenya has a large and growing digital-payment ecosystem.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Initial focus: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Small businesses adopting digital payments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Informal and micro-businesses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Digital-first entrepreneurs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Customers who already use mobile money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Long-term opportunity: expand to more merchants and integrate additional payment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could generate revenue through: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Small transaction or service fees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Premium merchant accounts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Business analytics and reporting features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Subscription plans for advanced features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Partnerships with payment providers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Initial focus: make the basic product accessible to small businesses.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Existing alternatives: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Cash payments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Direct mobile-money payments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Bank payment solutions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Existing merchant payment platforms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differentiation: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Simple QR-based payment experience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Easy transaction tracking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Designed around small-business needs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Potential to combine payments and basic business records in one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Product and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Frontend: HTML, CSS and JavaScript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Backend: Python / FastAPI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Database: PostgreSQL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Payments: M-Pesa / API integration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technology: QR-code generation and scanning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Security: Authentication, password hashing, secure API communication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Development approach: Start with a minimum viable product (MVP) and improve incrementally.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Start with a small group of merchants.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Phase 1 — Build and test the MVP; recruit a small number of local businesses; collect feedback.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Phase 2 — Improve usability and reliability; introduce additional merchant features; encourage referrals.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Phase 3 — Expand to more businesses and locations; build partnerships with relevant payment and business-service providers.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Team and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Founder: Esinyen Jelinga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Skills being developed through PLP: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Software engineering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Python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Web development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Database development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API integration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Git / GitHub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Vision: Build practical digital tools that help small businesses participate more easily in Kenya's digital economy.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6"/>
                </a:solidFill>
                <a:latin typeface="Aptos Display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We are looking for: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Early-user feedback to improve the product.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Mentorship from experienced developers and entrepreneurs.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Pilot opportunities with small businesses.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Technical and business partnerships.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Our Vision: QR Money — Making digital payments simple for small businesses.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Next Step: Build → Test → Learn →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11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QR Money  •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502920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706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SOPSRR CBO</dc:creator>
  <cp:keywords/>
  <dc:description>generated using python-pptx</dc:description>
  <cp:lastModifiedBy>jelinga daniel</cp:lastModifiedBy>
  <cp:revision>1</cp:revision>
  <dcterms:created xsi:type="dcterms:W3CDTF">2013-01-27T09:14:16Z</dcterms:created>
  <dcterms:modified xsi:type="dcterms:W3CDTF">2026-10-02T11:46:27Z</dcterms:modified>
  <cp:category/>
</cp:coreProperties>
</file>